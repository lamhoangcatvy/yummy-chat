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</a:rPr>
              <a:t>Quarterly Planning Q2 2026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Generated by Yummy Chat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579A"/>
                </a:solidFill>
              </a:rPr>
              <a:t>Revenue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grew 15% YoY to $12.4M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Subscription revenue up 22%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New customer acquisition exceeded targets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579A"/>
                </a:solidFill>
              </a:rPr>
              <a:t>Product Milestones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Launched v3.0 with AI features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Mobile app released on iOS and Android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Customer satisfaction score at 4.8/5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Thank you!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2026-06-21T12:08:50Z</dcterms:created>
  <dcterms:modified xsi:type="dcterms:W3CDTF">2026-06-21T12:08:50Z</dcterms:modified>
</cp:coreProperties>
</file>